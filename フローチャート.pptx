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9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3381A3-45BC-4AC8-AF33-314160AD1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BD6410-F93E-403C-88C0-EBE7C5CD7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0EAB8D-E5D8-421C-AC01-4C9A7377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58CE84-E452-446F-8AB0-6C8591E5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78F952-DCC5-4146-956F-7F174F2C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27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17C01-C013-4AA3-9F35-C46D6430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3B3B4A-0F37-46C3-A5C4-E982D4142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9F5C6E-9EDA-42C9-87F0-FAFC65E9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527CE8-32EC-408A-9AF2-907524F4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B22282-F940-4BEA-8052-64955CCB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137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CB53A-D566-4051-A946-6A30E1C9B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BACC64-6FDF-4198-B955-7D6EE2AE7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5187FB-2525-432C-B8D3-5DBA1DFD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3FACF9-6FAA-4D7E-B5C5-FA033F43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A4D342-3EFB-4B1E-9E5E-5A807E11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205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A7304-2497-43A0-97CE-74BBF43DC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83855E-13C8-4EBA-89C5-D5AEFE7F4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CF6F5A-4E3D-4279-BB83-9A0CB0538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9B74B0-F756-4E1B-880D-9F20D795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78583C-9521-46AA-8C43-9C9200F7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47D55-A3BF-4E2C-9712-F62D1A97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8745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87DF7F-5094-4BFA-9FBA-E05C8CDD3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CE8697-13ED-45E8-A165-43B26D7B5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4E09DA-2E40-4EAB-9B63-8E9FA85C6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527CC2-8971-46D5-8D58-C99053E4C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AFF771-0116-4B21-9C74-A1563E696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887BD56-97BB-4A54-96E9-F9E8B35F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2705DA0-194F-4C0E-8CC1-7578E354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30A311B-3243-4E56-AF9E-13C237A7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61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948C39-BFB8-4BFC-80D0-8C34FB60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D1233C-503D-47EC-882F-42378A17C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0ADB37-BEA3-457D-9A06-33554CEB2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0418DD-39F1-4846-8709-39F11BEC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06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978D440-B377-4B83-9075-54FCC3F92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CF9BAC9-7347-4382-A3B7-AEC80FBB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C24429-E109-4A32-BBCF-06E59C88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04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E1676-3489-4CD0-B2AA-7093ECB5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1D1BD2-0A08-459C-8E85-9FA02E636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1DB26E-5356-453E-A08A-6ADF69484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2CF06F-4D93-45F5-B2A9-8EE5C79F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0E26CE-0CA3-414D-8AC6-8B6130BD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410FB1-B5FE-47B2-9CBD-5570165C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0222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FDC35F-B8B5-4B84-9868-011F2EFD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A9B040-E9BA-42AE-B685-30EC98FAB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FB2A316-7FA3-48D0-845B-462FCA8B0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6453A-D3F0-45B8-BF3D-D3DABACF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6A778C-AE2D-4D01-BD65-54167FBC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2DE806-C737-414F-9580-345B1F22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09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41E462-E2FF-4C05-B97E-65B9A1EE7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D15051-0463-48BE-BAE1-74637E6A8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F32CE9-6BFB-46AE-AD94-EC191A658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D24141-E572-4035-BD42-09CB853B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C87A97-532D-44BD-8641-DFE6CE45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195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1949535-460F-41CA-968E-AFF25040E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E9CD5B-862C-4A54-8132-7F39CD6B2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DAD62D-BD07-4FA8-ADA3-ECC04144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ADF615-5705-4C88-9560-45D1BCDD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D8999-1B29-4F33-AA56-E6490558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19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6E45CA-EEDE-40C2-BBE3-0D6DE7D3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0D3F9A-C0AE-4069-A283-426763D6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45905-65E7-4B5A-8A64-B1478ED7E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349BC-C33D-4469-B988-A59EC1A055F2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799D7D-6B98-4901-B356-CE24BA58D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515EBA-6400-405B-A992-A2C4AE02D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D952D-B48E-475C-BF97-2BA840748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43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32344-E84E-4DA9-91BD-4C4B11E640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5032156-3500-4C7A-B691-8895501FE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EFFBC59-0FFF-486E-B4FE-2F37C64A6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944" y="517033"/>
            <a:ext cx="5828132" cy="6158751"/>
          </a:xfrm>
          <a:prstGeom prst="rect">
            <a:avLst/>
          </a:prstGeom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B81BF8-5BB3-4ADB-A0C7-01D9EFE8FFC1}"/>
              </a:ext>
            </a:extLst>
          </p:cNvPr>
          <p:cNvCxnSpPr/>
          <p:nvPr/>
        </p:nvCxnSpPr>
        <p:spPr>
          <a:xfrm>
            <a:off x="7954579" y="3255962"/>
            <a:ext cx="0" cy="435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フローチャート: データ 9">
            <a:extLst>
              <a:ext uri="{FF2B5EF4-FFF2-40B4-BE49-F238E27FC236}">
                <a16:creationId xmlns:a16="http://schemas.microsoft.com/office/drawing/2014/main" id="{2F380A74-743F-4090-8930-CDC2203A787F}"/>
              </a:ext>
            </a:extLst>
          </p:cNvPr>
          <p:cNvSpPr/>
          <p:nvPr/>
        </p:nvSpPr>
        <p:spPr>
          <a:xfrm>
            <a:off x="7093610" y="3691467"/>
            <a:ext cx="999356" cy="775430"/>
          </a:xfrm>
          <a:prstGeom prst="flowChartInputOutp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/>
              <a:t>B</a:t>
            </a:r>
            <a:r>
              <a:rPr lang="ja-JP" altLang="en-US" sz="800" dirty="0"/>
              <a:t>さんはお入りください</a:t>
            </a:r>
            <a:endParaRPr kumimoji="1" lang="ja-JP" altLang="en-US" sz="800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3510983-AF64-412E-9C2B-DF5E93C078F3}"/>
              </a:ext>
            </a:extLst>
          </p:cNvPr>
          <p:cNvCxnSpPr/>
          <p:nvPr/>
        </p:nvCxnSpPr>
        <p:spPr>
          <a:xfrm>
            <a:off x="7593288" y="4466897"/>
            <a:ext cx="0" cy="790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4994143-B584-42B0-8D56-FC7CEB71AE0C}"/>
              </a:ext>
            </a:extLst>
          </p:cNvPr>
          <p:cNvCxnSpPr/>
          <p:nvPr/>
        </p:nvCxnSpPr>
        <p:spPr>
          <a:xfrm flipH="1">
            <a:off x="3783723" y="5257800"/>
            <a:ext cx="38095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72A0626-540F-464D-B67C-9392EFA4F4A2}"/>
              </a:ext>
            </a:extLst>
          </p:cNvPr>
          <p:cNvCxnSpPr>
            <a:cxnSpLocks/>
          </p:cNvCxnSpPr>
          <p:nvPr/>
        </p:nvCxnSpPr>
        <p:spPr>
          <a:xfrm>
            <a:off x="5633472" y="4382814"/>
            <a:ext cx="0" cy="32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7E960565-DD00-448E-94E6-7B61C0EC3126}"/>
              </a:ext>
            </a:extLst>
          </p:cNvPr>
          <p:cNvCxnSpPr/>
          <p:nvPr/>
        </p:nvCxnSpPr>
        <p:spPr>
          <a:xfrm flipH="1">
            <a:off x="3783723" y="4708634"/>
            <a:ext cx="18497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AA3181CC-4013-4287-A698-DEFE38300008}"/>
              </a:ext>
            </a:extLst>
          </p:cNvPr>
          <p:cNvCxnSpPr/>
          <p:nvPr/>
        </p:nvCxnSpPr>
        <p:spPr>
          <a:xfrm>
            <a:off x="8607972" y="3100552"/>
            <a:ext cx="578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フローチャート: データ 28">
            <a:extLst>
              <a:ext uri="{FF2B5EF4-FFF2-40B4-BE49-F238E27FC236}">
                <a16:creationId xmlns:a16="http://schemas.microsoft.com/office/drawing/2014/main" id="{F465BE5C-270C-47AF-9AA2-10DF9542B935}"/>
              </a:ext>
            </a:extLst>
          </p:cNvPr>
          <p:cNvSpPr/>
          <p:nvPr/>
        </p:nvSpPr>
        <p:spPr>
          <a:xfrm>
            <a:off x="8996856" y="2831607"/>
            <a:ext cx="1271751" cy="848710"/>
          </a:xfrm>
          <a:prstGeom prst="flowChartInputOutpu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/>
              <a:t>お二人ともおかえりください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C181CE3B-684D-4A1E-A577-C9572117810A}"/>
              </a:ext>
            </a:extLst>
          </p:cNvPr>
          <p:cNvCxnSpPr>
            <a:stCxn id="29" idx="4"/>
          </p:cNvCxnSpPr>
          <p:nvPr/>
        </p:nvCxnSpPr>
        <p:spPr>
          <a:xfrm flipH="1">
            <a:off x="9632731" y="3680317"/>
            <a:ext cx="1" cy="1963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450C60E-AC04-454A-8FF2-8DF014B9CFB5}"/>
              </a:ext>
            </a:extLst>
          </p:cNvPr>
          <p:cNvCxnSpPr/>
          <p:nvPr/>
        </p:nvCxnSpPr>
        <p:spPr>
          <a:xfrm flipH="1">
            <a:off x="3857297" y="5643562"/>
            <a:ext cx="5775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C17B6A4-0103-448B-AAC3-3BE10D9DD332}"/>
              </a:ext>
            </a:extLst>
          </p:cNvPr>
          <p:cNvSpPr txBox="1"/>
          <p:nvPr/>
        </p:nvSpPr>
        <p:spPr>
          <a:xfrm>
            <a:off x="7382583" y="3371335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Yes</a:t>
            </a:r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ED6997A-1ABB-4DFA-8D74-9677A2FB8401}"/>
              </a:ext>
            </a:extLst>
          </p:cNvPr>
          <p:cNvSpPr txBox="1"/>
          <p:nvPr/>
        </p:nvSpPr>
        <p:spPr>
          <a:xfrm>
            <a:off x="5220005" y="3447923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Yes</a:t>
            </a:r>
            <a:endParaRPr kumimoji="1"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7450CF6-71AF-4CFF-96C6-E002E8E05049}"/>
              </a:ext>
            </a:extLst>
          </p:cNvPr>
          <p:cNvSpPr txBox="1"/>
          <p:nvPr/>
        </p:nvSpPr>
        <p:spPr>
          <a:xfrm>
            <a:off x="3204718" y="3499922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Yes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091ECB8-D5D4-4E2B-A2D2-E429345B2C92}"/>
              </a:ext>
            </a:extLst>
          </p:cNvPr>
          <p:cNvSpPr txBox="1"/>
          <p:nvPr/>
        </p:nvSpPr>
        <p:spPr>
          <a:xfrm>
            <a:off x="8607972" y="2789065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520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24516370</dc:creator>
  <cp:lastModifiedBy>24516370</cp:lastModifiedBy>
  <cp:revision>2</cp:revision>
  <dcterms:created xsi:type="dcterms:W3CDTF">2025-11-07T10:01:38Z</dcterms:created>
  <dcterms:modified xsi:type="dcterms:W3CDTF">2025-11-07T10:13:25Z</dcterms:modified>
</cp:coreProperties>
</file>